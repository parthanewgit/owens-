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RECRUITMENT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A651"/>
                </a:solidFill>
              </a:defRPr>
            </a:pPr>
            <a:r>
              <a:t>Transforming Hiring Through Intelligent Automation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Parthasarathi Mishra | Prateek Anand | March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Problem Statement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❌ TRADITIONAL HIRING CHALLENGES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Time-consuming (2-8 hours per role)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Subjective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Inconsistent processes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Manual skill gap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High hiring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✅ AI-POWERED SOLUTION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Automated resume analysis (seconds)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Objective AI-based scoring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Standardized assessment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Real-time skill gap detection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• 60-70% cost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Overview - Key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3-4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Resume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92%+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Accuracy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5-7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Question Generation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100+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Concurrent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 - High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🎨 FRONTEND LAYER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Streamlit Web Application (Port 8501)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Interactive dashboard for users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⚙️ API GATEWAY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FastAPI Backend (Port 8000)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CORS, Authentication, 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🤖 AI AGENTS LAYER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Resume Agent - Skill matching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Question Agent - Question generation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Evaluation Agent - Answer scoring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Learning Agent - Roadmap creation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🧠 EXTERNAL AI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OpenAI GPT-4o +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Agent #1: Resume Matching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📄 FUNCTIONALITY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Skill extraction from resumes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Semantic matching with JD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Candidate ranking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Skill gap identification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📊 OUTPUT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Ranked candidates with scores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Match percentages (0-100%)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Skill analysis per candidate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PERFORMANCE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Processing Time: 3-4 sec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Accuracy: 92%+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🔄 WORKFLOW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1. Parse resume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2. Extract skills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3. Create embeddings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4. Calculate similarity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5. Rank candidates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6. Return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Agent #2: Question Generation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❓ FUNCTIONALITY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Generate technical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Create behavioral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Develop scenario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Customize by role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Provide expected answers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📋 QUESTION TYPES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Technical: 5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Behavioral: 3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Scenario: 2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PERFORMANCE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Processing Time: 5-7 sec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Total Questions per role: 10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📝 OUTPUT FORMATS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Multiple Choice (MCQ)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Free-text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Expected answers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Rubrics included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🎯 CUSTOMIZATION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Role-specific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Difficulty levels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Agent #3: Answer Evaluation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✅ SCORING METHODOLOGY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MCQ: Instant scoring (0 or 10)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Free-text: Semantic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Overall: Average of scores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Scale: 0-100 points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📊 OUTPUT METRICS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Total score (0-10)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Per-question breakdown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Detailed feedback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Strengths &amp;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PERFORMANCE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MCQ: 2-3 sec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Free-text: 3-5 sec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Overall accuracy: 95%+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💡 FEATURES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Natural language understanding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Context-aware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Constructive feedback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Comparative analytics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Performance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Core Agent #4: Learning Roadmap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📚 FUNCTIONALITY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Skill gap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Personalized learning paths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Resource recommendations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Timeline estimation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Progress tracking setup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🎯 OUTPUT COMPONENTS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Missing skills list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Recommended resources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Estimated duration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PERFORMANCE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Processing Time: 4-5 sec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Customization level: High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✨ PERSONALIZATION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Individual skill assessment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Learning style compatibility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Role-specific paths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Progressive milestones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Success metrics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📈 TRACKING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Progress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Complete User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STEP 1: LOGIN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Enter credentials (admin/admin123)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Receive JWT token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STEP 2: RESUME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Upload job description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Upload resumes (PDF/DOCX)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View ranked candidates (92% accuracy)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STEP 3: INTERVIEW PREP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System generates 10 tailored questions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5 technical + 3 behavioral + 2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STEP 4: ANSWER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Candidate submits answers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AI evaluates instantly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Receive score (0-10) + feedback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STEP 5: LEARNING PATH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Review skill gaps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Get personalized learning roadmap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→ Access timeline &amp; resources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TIMELINE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Complete assessment: ~30 min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Results available: Immediately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🎨 FRONTEND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Streamlit 1.28.1 - Web UI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Requests 2.31.0 - API calls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⚙️ BACKEND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FastAPI 0.104.1 - API Framework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Uvicorn 0.24.0 - ASGI Server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Pydantic 2.4.2 - Validation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🧠 AI &amp; PROCESSING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OpenAI GPT-4o - Language Model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OpenAI Embeddings - Vector rep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scikit-learn 1.3.2 - ML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💾 DATA &amp; STORAGE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ChromaDB 0.4.14 - Vector store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SQLite - Relational DB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SQLAlchemy 2.0.23 - ORM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🔐 SECURITY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PyJWT 2.11.0 - Token management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python-multipart - Form handling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📄 DOCUMENT PROCESSING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PyPDF2 3.0.1 - PDF parsing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python-docx 0.8.11 - DOCX parsing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✅ TESTING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pytest 7.4.3 - Testing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  STREAMLIT FRONTEND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  (Port 8501)   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└───────────┬─────────────┘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        │ HTTP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┌───────────▼─────────────┐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 FASTAPI BACKEND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 (Port 8000)    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└───────────┬─────────────┘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┌───────┴───────┐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▼        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┌────────┐     ┌──────────┐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Agents │     │OpenAI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└────────┘     │GPT-4o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            └──────────┘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SQLite │  ChromaDB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│ (DB)   │  (Vectors)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🔐 JWT TOKEN FLOW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1. User login → Credentials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2. Verify against user DB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3. Generate JWT token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4. 24-hour expiration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5. Include in API requests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🛡️ SECURITY FEATURES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Password hashing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Token-based auth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CORS protection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Input validation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SQL parameterization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🔑 TOKEN STRUCTURE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Header: {alg: HS256, typ: JWT}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Payload: {sub, exp, iat}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Signature: HMAC-SHA256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📋 API PROTECTION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All endpoints require JWT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Bearer token in header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40-minute request timeout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✅ COMPLIANCE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Role-based access control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Audit logging enabled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No sensitive data exposure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3-4 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Resume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5-7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Question Generation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2-3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Answer Evaluation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92-95%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Accuracy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Features &amp; Business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SPEED &amp; EFFICIENCY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Resume analysis in seconds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60-70% reduction in hiring time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Instant question generation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Real-time answer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🎯 OBJECTIVITY &amp; FAIRNESS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AI-based objective scoring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Eliminates human bias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Consistent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Standardized process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💡 INTELLIGENCE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Semantic skill matching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Context-aware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Personalized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💰 COST REDUCTION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90% reduction in screening time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40% cost per hire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ROI within 6 months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Scalable solution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📊 ADVANCED ANALYTICS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Real-time hiring metrics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Data-driven decisions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Candidate comparisons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Performance tracking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🔄 CONTINUOUS IMPROVEMENT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Learning from feedback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Model improvement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Enhanced accuracy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Real-World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🏢 LARGE ENTERPRISE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Scenario: Hiring 50 developers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Timeline: 8 weeks → 2-3 weeks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Cost reduction: 40%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Quality improvement: 30%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🎓 CAMPUS RECRUITMENT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Scenario: Recruiting 100 freshers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Standardized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Instant skill gap detection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Personalized learning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🌐 FREELANCE MARKETPLACE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Auto-match projects to freelancers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Quick candidate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90% reduction in matching time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🔄 INTERNAL PROMOTIONS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Objective skill assessment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Clear improvement areas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Training plan creation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Readiness scoring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📞 RECRUITMENT AGENCIES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Scale candidate assessment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Faster placement cycle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Better candidate matching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Return on Investment (ROI)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$15,900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Year 1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371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554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$19,500+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286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Annual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$3,600-10,100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Net Return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3657600"/>
            <a:ext cx="4114800" cy="1828800"/>
          </a:xfrm>
          <a:prstGeom prst="rect">
            <a:avLst/>
          </a:prstGeom>
          <a:solidFill>
            <a:srgbClr val="ECF0F1"/>
          </a:solidFill>
          <a:ln w="25400"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84048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6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5720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Break-even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Implementation &amp;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📅 WEEK 1-2: ONBOARDING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System setup &amp; config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API key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Environment setup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Team training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Pilot testing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📅 WEEK 3-4: ROLLOUT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Full deployment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User access setup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Sample data import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Documentation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Support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📅 ONGOING: OPTIMIZATION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Performance monitoring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User feedback collection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Process refinement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Model improvements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Feature additions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🚀 DEPLOYMENT OPTIONS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Cloud: AWS, Azure, GCP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On-premise: Docker container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Hybrid: Mixed deployment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📊 SUCCESS METRICS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70% faster hiring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40% cost reduction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92% accuracy maintained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Roadmap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🎯 Q2 2026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Multi-language support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Video interview integration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✓ Bias detection engine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🚀 Q3 2026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Social media profile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Mobile apps (iOS/Android)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Advanced analytics dashboard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🌍 Q4 2026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Custom fine-tuned models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Team collaboration features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HRIS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📈 2027+ VISION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Predictive success scoring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AI interview coach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Blockchain verification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Global expansion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💡 INNOVATION FOCUS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Advanced bias mitigation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Real-time video analysis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Emotion recognition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Personality assessment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🔗 INTEGRATIONS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ATS systems (Lever, Greenhouse)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HRIS platforms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Calendar &amp; email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Slack &amp; Teams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DAB"/>
          </a:solidFill>
          <a:ln>
            <a:solidFill>
              <a:srgbClr val="006D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Competitive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⚡ SPEED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Resume analysis in 3-4 seconds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No competitor matches this speed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🎯 ACCURACY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92%+ matching accuracy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GPT-4o powered intelligence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💡 INTELLIGENCE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Semantic understanding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Context-aware evaluation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Personalized recommendations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💰 VALUE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60-70% time reduction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40% cost reduction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ROI in 6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🔐 SECURITY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Enterprise-grade security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JWT authentication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Data encryption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📊 ANALYTICS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Real-time hiring metrics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Data-driven insights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Candidate comparisons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🌐 SCALABILITY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100+ concurrent users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Handles millions of embeddings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Cloud-ready architecture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📱 EASY TO USE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Intuitive Streamlit UI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Minimal training required</a:t>
            </a:r>
          </a:p>
          <a:p>
            <a:pPr>
              <a:spcBef>
                <a:spcPts val="600"/>
              </a:spcBef>
              <a:defRPr sz="1600">
                <a:solidFill>
                  <a:srgbClr val="2C3E50"/>
                </a:solidFill>
              </a:defRPr>
            </a:pPr>
            <a:r>
              <a:t>Fast implementation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READY TO TRANSFORM YOUR HIRING?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A651"/>
                </a:solidFill>
              </a:defRPr>
            </a:pPr>
            <a:r>
              <a:t>🚀 GET STARTED TODAY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📧 Email: contact@recruitment-ai.com</a:t>
            </a:r>
          </a:p>
          <a:p>
            <a:pPr algn="ctr"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📱 Phone: +1-800-RECRUIT-AI</a:t>
            </a:r>
          </a:p>
          <a:p>
            <a:pPr algn="ctr">
              <a:spcBef>
                <a:spcPts val="400"/>
              </a:spcBef>
              <a:defRPr sz="1800">
                <a:solidFill>
                  <a:srgbClr val="FFFFFF"/>
                </a:solidFill>
              </a:defRPr>
            </a:pPr>
            <a:r>
              <a:t>🌐 Website: www.recruitment-ai.com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